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731520"/>
            <a:ext cx="3383280" cy="4572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0" y="7315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MVC MINI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EventEase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Online Event Booking &amp; Ticketing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ASP.NET MVC, C#, Bootstrap 5 &amp; User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4114800"/>
            <a:ext cx="4754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4297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Name: </a:t>
            </a:r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EventEase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Technology: </a:t>
            </a:r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ASP.NET MVC (C#)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Currency: </a:t>
            </a:r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Rupees (₹)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4114800"/>
            <a:ext cx="4754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2976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Repository: </a:t>
            </a:r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 Ready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Count: </a:t>
            </a:r>
            <a:pPr indent="0" marL="0">
              <a:buNone/>
            </a:pPr>
            <a:r>
              <a:rPr lang="en-US" sz="150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Key Pages + User Auth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Status: </a:t>
            </a:r>
            <a:pPr indent="0" marL="0">
              <a:buNone/>
            </a:pPr>
            <a:r>
              <a:rPr lang="en-US" sz="15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Errors (Clean Build)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&amp; 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Statement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Long Physical Queues: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ticket counters suffer from long waiting times and physical bottlenecks.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Fragmented Event Discovery: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Attendees lack a single portal to explore concerts, summits, and workshops.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Ticket Misplacement: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tickets get lost easily without digital account backups.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EventEase 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5720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24/7 Booking: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Centralized Web Application allowing ticket reservation from anywhere.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 Rupee Pricing: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price calculations natively in Indian Rupees (₹).
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Account Passes: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booked passes are saved directly to the user's Profile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&amp; Capabilities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Functional Pages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Home, Events Catalog, Services, About Us, Ticket Booking, and Contact 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Category Filters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events by Tech, Music, Workshop, Sports, &amp; Art with real-time keyword search.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54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Tier Multipliers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Standard or VIP Passes (+50% VIP lounge access calculation).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Rupee Pricing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rates, base prices, and order totals calculated in Indian Rupees (₹).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9120" y="384048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0" y="4480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Sign Up, Login, and Session-based authentication state handling.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840480"/>
            <a:ext cx="33832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4023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Profile Passes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448056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Booked tickets automatically link and appear under the user's account portal.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&amp; 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3200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LAYER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Razor Views (.cshtml)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5 &amp; Custom CSS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Responsive HTML5 Layout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</a:rPr>
              <a:t>➔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20040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6459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LAYER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HomeController.cs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AccountController.cs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State Manager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</a:rPr>
              <a:t>➔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8869680" y="1463040"/>
            <a:ext cx="2560320" cy="1828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459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LAYER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EventItem 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BookedTicketModel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BookingsRepository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10725912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Technologies Used: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Framework: ASP.NET MVC (.NET 10 / C# 12)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UI Styling: Bootstrap 5, Bootstrap Icons, Custom Site CSS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Authentication: ASP.NET Core Session Management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Version Control: Git &amp; GitHub Repository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 Pages &amp; Navigation Breakdown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7259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Page Name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Controller Route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 Functionality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Home Page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/Home/Index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Hero banner, featured events in ₹, platform statistics.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Events Catalog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/Home/Events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Filterable event grid (Tech, Music, etc.) and search bar.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Services Page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/Home/Services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Showcases 6 core services (Online Ticketing, VIP Passes, etc.).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About Us Page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/Home/About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story, security guarantees, and platform metrics.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Ticket Booking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/Home/Booking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ticket form, pass selection, QR pass summary.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 Contact Us Page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/Home/Contact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Inquiry submission form with validation and FAQs.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 User Management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/Account/Login &amp; Register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Sign Up, Login, and Profile Dashboard.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Booking &amp; Rupee Calculation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10725912" cy="13716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Calculation Formula: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Amount (₹) = (Base Event Price × Tier Multiplier) × Ticket Quantity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12064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Input Validation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84048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Validates Name, Email, Phone Number.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Restricts ticket quantity between 1 and 10.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Multiplies price by 1.5x if VIP Pass tier is selected.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3017520"/>
            <a:ext cx="5120640" cy="3200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Order Saving &amp; Reference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840480"/>
            <a:ext cx="4572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Generates unique Booking Ref (e.g. EE-8A92B104).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Saves ticket details to BookingsRepository.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Displays instant QR code ticket pass summary.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Management &amp; Account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Sign Up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/Account/Register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new attendees to create accounts with validation for email uniqueness and password matching.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Login &amp; Session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/Account/Login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Authenticates credentials and sets session variables (UserEmail, UserName) for persistent browsing.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45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Profile Dashboard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/Account/Profile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member badge, user details, and all booked tickets dynamically linked to the user account.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Testing, Build Verification &amp; Git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Verification Status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dotnet build command: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succeeded.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0 Warning(s)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0 Error(s)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compilation errors.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 validation verified across all controllers.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12064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Repository Integration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45720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Git initialized with .gitignore: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1: Initial EventEase project code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2: Layout CSS positioning fixes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3: User Management &amp; Rupee format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Commit 4: Presentation deck integration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Enhancements &amp;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725912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Gateway Integration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 with Razorpay / UPI / Stripe for live online payment processing.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Persistence (SQL Server)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Entity Framework Core with SQL Server for database persistence.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37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PDF Email Passes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0" y="265176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Sending automated PDF ticket attachments to users via SMTP email.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EventEase - Online Event Booking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3291840"/>
            <a:ext cx="7616952" cy="25603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3474720"/>
            <a:ext cx="706831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Summary Highlights: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Functional Pages in ASP.NET MVC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User Management System (Login / Sign Up)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Native Indian Rupee (₹) Price Calculation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Clean Build &amp; Git Repository Ready for Submission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EventEase Mini Project Presentation</dc:title>
  <dc:subject>PptxGenJS Presentation</dc:subject>
  <dc:creator>Student</dc:creator>
  <cp:lastModifiedBy>Student</cp:lastModifiedBy>
  <cp:revision>1</cp:revision>
  <dcterms:created xsi:type="dcterms:W3CDTF">2026-09-22T16:02:52Z</dcterms:created>
  <dcterms:modified xsi:type="dcterms:W3CDTF">2026-09-22T16:02:52Z</dcterms:modified>
</cp:coreProperties>
</file>