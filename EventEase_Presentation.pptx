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0" y="731520"/>
            <a:ext cx="3749040" cy="45720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206240" y="73152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ASP.NET MVC MINI PROJECT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1463040"/>
            <a:ext cx="103601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EventEase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914400" y="2560320"/>
            <a:ext cx="103601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Event Booking &amp; Ticketing System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320040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Developed with ASP.NET MVC, C#, Bootstrap 5 &amp; User Management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097280" y="4114800"/>
            <a:ext cx="4754880" cy="2011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80160" y="4297680"/>
            <a:ext cx="43891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Name: </a:t>
            </a:r>
            <a:pPr indent="0" marL="0">
              <a:buNone/>
            </a:pPr>
            <a:r>
              <a:rPr lang="en-US" sz="1500" dirty="0">
                <a:solidFill>
                  <a:srgbClr val="1E40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EventEase
</a:t>
            </a:r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Technology Stack: </a:t>
            </a:r>
            <a:pPr indent="0" marL="0">
              <a:buNone/>
            </a:pPr>
            <a:r>
              <a:rPr lang="en-US" sz="1500" dirty="0">
                <a:solidFill>
                  <a:srgbClr val="1E40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ASP.NET MVC (C#)
</a:t>
            </a:r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Currency Format: </a:t>
            </a:r>
            <a:pPr indent="0" marL="0">
              <a:buNone/>
            </a:pPr>
            <a:r>
              <a:rPr lang="en-US" sz="1500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Indian Rupees (₹)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309360" y="4114800"/>
            <a:ext cx="4754880" cy="2011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4297680"/>
            <a:ext cx="43891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Version Control: </a:t>
            </a:r>
            <a:pPr indent="0" marL="0">
              <a:buNone/>
            </a:pPr>
            <a:r>
              <a:rPr lang="en-US" sz="1500" dirty="0">
                <a:solidFill>
                  <a:srgbClr val="1E40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 &amp; GitHub Ready
</a:t>
            </a:r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Page Count: </a:t>
            </a:r>
            <a:pPr indent="0" marL="0">
              <a:buNone/>
            </a:pPr>
            <a:r>
              <a:rPr lang="en-US" sz="1500" dirty="0">
                <a:solidFill>
                  <a:srgbClr val="1E40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Key Pages + User Auth
</a:t>
            </a:r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Status: </a:t>
            </a:r>
            <a:pPr indent="0" marL="0">
              <a:buNone/>
            </a:pPr>
            <a:r>
              <a:rPr lang="en-US" sz="1500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Errors (Clean Build)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7259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40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Summary &amp; Motivation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10725912" cy="0"/>
          </a:xfrm>
          <a:prstGeom prst="line">
            <a:avLst/>
          </a:prstGeom>
          <a:noFill/>
          <a:ln w="254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55448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 Statement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05840" y="2103120"/>
            <a:ext cx="457200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Physical Queues: </a:t>
            </a:r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Physical ticket counters suffer from long waiting times and congestion.
</a:t>
            </a:r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Scattered Information: </a:t>
            </a:r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Lack of a single platform to discover local concerts, summits, and workshops.
</a:t>
            </a:r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Paper Ticket Loss: </a:t>
            </a:r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Paper tickets get misplaced easily without digital account backups.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120640" cy="48463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A7F3D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0" y="155448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EventEase Solution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92240" y="2103120"/>
            <a:ext cx="457200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24/7 Web Portal: </a:t>
            </a:r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Centralized ASP.NET MVC web application for instant online reservation.
</a:t>
            </a:r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Rupee Pricing: </a:t>
            </a:r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Instant automated price calculations natively in Indian Rupees (₹).
</a:t>
            </a:r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Digital Account Passes: </a:t>
            </a:r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Booked tickets are saved directly to the user's Profile Dashboard.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7259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40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Features &amp; Capabilities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10725912" cy="0"/>
          </a:xfrm>
          <a:prstGeom prst="line">
            <a:avLst/>
          </a:prstGeom>
          <a:noFill/>
          <a:ln w="254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371600"/>
            <a:ext cx="3383280" cy="21945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40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Functional Pages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201168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Home, Events Catalog, Services, About Us, Ticket Booking, and Contact Us.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89120" y="1371600"/>
            <a:ext cx="3383280" cy="21945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0" y="15544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Filters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0" y="201168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Filter events by Tech, Music, Workshop, Sports, &amp; Art with keyword search.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383280" cy="21945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544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 Tier Selection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 Standard or VIP Passes (+50% VIP lounge access multiplier).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1520" y="3840480"/>
            <a:ext cx="3383280" cy="21945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0233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Indian Rupee Rates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14400" y="448056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prices, base rates, and order totals calculated in Indian Rupees (₹).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89120" y="3840480"/>
            <a:ext cx="3383280" cy="21945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0" y="40233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Management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572000" y="448056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Sign Up, Login, and Session-based authentication state handling.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046720" y="3840480"/>
            <a:ext cx="3383280" cy="21945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0" y="40233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B27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My Profile Passes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229600" y="448056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Booked tickets automatically link and display under the user's profile.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7259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40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Architecture (ASP.NET MVC)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10725912" cy="0"/>
          </a:xfrm>
          <a:prstGeom prst="line">
            <a:avLst/>
          </a:prstGeom>
          <a:noFill/>
          <a:ln w="254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463040"/>
            <a:ext cx="3200400" cy="182880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1E40A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645920"/>
            <a:ext cx="30175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VIEW LAYER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Razor Views (.cshtml)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Bootstrap 5 &amp; Custom CSS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Responsive HTML5 Layout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114800" y="21031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E40AF"/>
                </a:solidFill>
              </a:rPr>
              <a:t>➔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846320" y="1463040"/>
            <a:ext cx="3200400" cy="182880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0" y="1645920"/>
            <a:ext cx="30175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CONTROLLER LAYER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HomeController.cs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AccountController.cs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Session State Manager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0" y="21031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E40AF"/>
                </a:solidFill>
              </a:rPr>
              <a:t>➔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8869680" y="1463040"/>
            <a:ext cx="2560320" cy="18288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0" y="1645920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 LAYER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EventItem Model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BookedTicketModel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BookingsRepository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3657600"/>
            <a:ext cx="10725912" cy="2560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3840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40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Technologies Used: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05840" y="4297680"/>
            <a:ext cx="100584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Framework: ASP.NET MVC (.NET 10 / C# 12)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UI Framework: Bootstrap 5 &amp; Custom Site CSS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State Management: ASP.NET Session State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Version Control: Git &amp; GitHub Repository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7259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40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Website Pages &amp; Navigation Breakdown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10725912" cy="0"/>
          </a:xfrm>
          <a:prstGeom prst="line">
            <a:avLst/>
          </a:prstGeom>
          <a:noFill/>
          <a:ln w="25400">
            <a:solidFill>
              <a:srgbClr val="E2E8F0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371600"/>
          <a:ext cx="10725912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926080"/>
                <a:gridCol w="55138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Page Name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Controller Route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Key Functionality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1. Home Page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/Home/Index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Hero banner, featured events in ₹, platform statistics.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2. Events Catalog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/Home/Events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Filterable event grid (Tech, Music, etc.) and search bar.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3. Services Page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/Home/Services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Showcases 6 core services (Online Ticketing, VIP Passes, etc.).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4. About Us Page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/Home/About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Company story, security guarantees, and platform metrics.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5. Ticket Booking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/Home/Booking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Interactive ticket form, pass selection, QR pass summary.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6. Contact Us Page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/Home/Contact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Inquiry submission form with validation and FAQs.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7. User Management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/Account/Login &amp; Register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User Sign Up, Login, and Profile Dashboard.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7259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40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 Booking &amp; Rupee Calculation Workflow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10725912" cy="0"/>
          </a:xfrm>
          <a:prstGeom prst="line">
            <a:avLst/>
          </a:prstGeom>
          <a:noFill/>
          <a:ln w="254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371600"/>
            <a:ext cx="10725912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DE6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554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 Calculation Formula: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Amount (₹) = (Base Event Price × Tier Multiplier) × Ticket Quantity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120640" cy="32004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32918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40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1: Form Validation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3840480"/>
            <a:ext cx="45720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Validates Name, Email, Phone Number.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Restricts ticket quantity between 1 and 10.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Multiplies price by 1.5x if VIP Pass tier is selected.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017520"/>
            <a:ext cx="5120640" cy="32004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32918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2: Order Saving &amp; Pass Summary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92240" y="3840480"/>
            <a:ext cx="45720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Generates unique Booking Ref (e.g. EE-8A92B104).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Saves ticket details to BookingsRepository.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Displays instant QR code ticket pass summary.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7259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40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Management &amp; Account System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10725912" cy="0"/>
          </a:xfrm>
          <a:prstGeom prst="line">
            <a:avLst/>
          </a:prstGeom>
          <a:noFill/>
          <a:ln w="254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371600"/>
            <a:ext cx="338328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6459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40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Sign Up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14400" y="210312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/Account/Register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2651760"/>
            <a:ext cx="30175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Allows new attendees to create accounts with validation for email uniqueness and password matching.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89120" y="1371600"/>
            <a:ext cx="338328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16459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Login &amp; Session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572000" y="210312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/Account/Login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0" y="2651760"/>
            <a:ext cx="30175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Authenticates credentials and sets session variables (UserEmail, UserName) for persistent browsing.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046720" y="1371600"/>
            <a:ext cx="338328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16459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My Profile Dashboard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229600" y="210312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/Account/Profile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29600" y="2651760"/>
            <a:ext cx="30175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Displays member badge, user details, and all booked tickets dynamically linked to the user account.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7259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40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Testing, Build Verification &amp; Git Setup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10725912" cy="0"/>
          </a:xfrm>
          <a:prstGeom prst="line">
            <a:avLst/>
          </a:prstGeom>
          <a:noFill/>
          <a:ln w="254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A7F3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6459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Verification Status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05840" y="2194560"/>
            <a:ext cx="457200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Executed dotnet build command: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succeeded.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 0 Warning(s)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 0 Error(s)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Zero compilation errors.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Form validation verified across all controllers.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120640" cy="484632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BFDB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0" y="16459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40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 Repository Integration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92240" y="2194560"/>
            <a:ext cx="457200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Local Git initialized with .gitignore: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Commit 1: Initial EventEase project code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Commit 2: Layout CSS positioning fixes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Commit 3: User Management &amp; Rupee format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Commit 4: Presentation deck integration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7259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40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Future Enhancements &amp; Scope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10725912" cy="0"/>
          </a:xfrm>
          <a:prstGeom prst="line">
            <a:avLst/>
          </a:prstGeom>
          <a:noFill/>
          <a:ln w="254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371600"/>
            <a:ext cx="338328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40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Payment Gateway Integration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2651760"/>
            <a:ext cx="30175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Integration with Razorpay / UPI / Stripe for live online payment processing.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89120" y="1371600"/>
            <a:ext cx="338328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0" y="17373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Database Persistence (SQL Server)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0" y="2651760"/>
            <a:ext cx="30175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Connecting Entity Framework Core with SQL Server for database persistence.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38328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7373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Automated PDF Email Passes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229600" y="2651760"/>
            <a:ext cx="30175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Sending automated PDF ticket attachments to users via SMTP email.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103601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You!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914400" y="2468880"/>
            <a:ext cx="103601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40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EventEase - Online Event Booking System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286000" y="3291840"/>
            <a:ext cx="7616952" cy="256032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05966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560320" y="3474720"/>
            <a:ext cx="7068312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Summary Highlights: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6 Functional Pages in ASP.NET MVC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Complete User Management System (Login / Sign Up)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Native Indian Rupee (₹) Price Calculation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Clean Build &amp; Git Repository Ready for Submission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EventEase Mini Project Presentation</dc:title>
  <dc:subject>PptxGenJS Presentation</dc:subject>
  <dc:creator>Student</dc:creator>
  <cp:lastModifiedBy>Student</cp:lastModifiedBy>
  <cp:revision>1</cp:revision>
  <dcterms:created xsi:type="dcterms:W3CDTF">2026-09-22T16:14:28Z</dcterms:created>
  <dcterms:modified xsi:type="dcterms:W3CDTF">2026-09-22T16:14:28Z</dcterms:modified>
</cp:coreProperties>
</file>